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69c8dbe6964f1b" /><Relationship Type="http://schemas.openxmlformats.org/officeDocument/2006/relationships/extended-properties" Target="/docProps/app.xml" Id="R0203c7c491f44a14" /><Relationship Type="http://schemas.openxmlformats.org/officeDocument/2006/relationships/officeDocument" Target="/ppt/presentation.xml" Id="R2134e292b73845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4b09d6c926424f"/>
  </p:sldMasterIdLst>
  <p:notesMasterIdLst>
    <p:notesMasterId xmlns:r="http://schemas.openxmlformats.org/officeDocument/2006/relationships" r:id="Rdac1a4096fe64dc5"/>
  </p:notesMasterIdLst>
  <p:sldIdLst>
    <p:sldId xmlns:r="http://schemas.openxmlformats.org/officeDocument/2006/relationships" id="256" r:id="Rba541d0e089244e1"/>
    <p:sldId xmlns:r="http://schemas.openxmlformats.org/officeDocument/2006/relationships" id="257" r:id="R327181e4e62b4636"/>
    <p:sldId xmlns:r="http://schemas.openxmlformats.org/officeDocument/2006/relationships" id="258" r:id="R71c80677774b43b3"/>
    <p:sldId xmlns:r="http://schemas.openxmlformats.org/officeDocument/2006/relationships" id="259" r:id="R10bab835aab84a74"/>
    <p:sldId xmlns:r="http://schemas.openxmlformats.org/officeDocument/2006/relationships" id="260" r:id="Rcf7d6cf0adad44b0"/>
    <p:sldId xmlns:r="http://schemas.openxmlformats.org/officeDocument/2006/relationships" id="261" r:id="Red29cd665ec04992"/>
    <p:sldId xmlns:r="http://schemas.openxmlformats.org/officeDocument/2006/relationships" id="262" r:id="R151abb1687814bda"/>
    <p:sldId xmlns:r="http://schemas.openxmlformats.org/officeDocument/2006/relationships" id="263" r:id="R43e37b5dc37f4c6d"/>
    <p:sldId xmlns:r="http://schemas.openxmlformats.org/officeDocument/2006/relationships" id="264" r:id="R624c70f299e24ef1"/>
    <p:sldId xmlns:r="http://schemas.openxmlformats.org/officeDocument/2006/relationships" id="265" r:id="R539a05af88ff4f24"/>
    <p:sldId xmlns:r="http://schemas.openxmlformats.org/officeDocument/2006/relationships" id="266" r:id="R438ce95ae82e4904"/>
    <p:sldId xmlns:r="http://schemas.openxmlformats.org/officeDocument/2006/relationships" id="267" r:id="R0de4cfbeb38f4b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709b5d8d74409a" /><Relationship Type="http://schemas.openxmlformats.org/officeDocument/2006/relationships/slideMaster" Target="/ppt/slideMasters/slideMaster1.xml" Id="Rf84b09d6c926424f" /><Relationship Type="http://schemas.openxmlformats.org/officeDocument/2006/relationships/notesMaster" Target="/ppt/notesMasters/notesMaster1.xml" Id="Rdac1a4096fe64dc5" /><Relationship Type="http://schemas.openxmlformats.org/officeDocument/2006/relationships/presProps" Target="/ppt/presProps.xml" Id="R94da7d397b694bf8" /><Relationship Type="http://schemas.openxmlformats.org/officeDocument/2006/relationships/tableStyles" Target="/ppt/tableStyles.xml" Id="Rff70b1fb656e4016" /><Relationship Type="http://schemas.openxmlformats.org/officeDocument/2006/relationships/slide" Target="/ppt/slides/slide1.xml" Id="Rba541d0e089244e1" /><Relationship Type="http://schemas.openxmlformats.org/officeDocument/2006/relationships/slide" Target="/ppt/slides/slide2.xml" Id="R327181e4e62b4636" /><Relationship Type="http://schemas.openxmlformats.org/officeDocument/2006/relationships/slide" Target="/ppt/slides/slide3.xml" Id="R71c80677774b43b3" /><Relationship Type="http://schemas.openxmlformats.org/officeDocument/2006/relationships/slide" Target="/ppt/slides/slide4.xml" Id="R10bab835aab84a74" /><Relationship Type="http://schemas.openxmlformats.org/officeDocument/2006/relationships/slide" Target="/ppt/slides/slide5.xml" Id="Rcf7d6cf0adad44b0" /><Relationship Type="http://schemas.openxmlformats.org/officeDocument/2006/relationships/slide" Target="/ppt/slides/slide6.xml" Id="Red29cd665ec04992" /><Relationship Type="http://schemas.openxmlformats.org/officeDocument/2006/relationships/slide" Target="/ppt/slides/slide7.xml" Id="R151abb1687814bda" /><Relationship Type="http://schemas.openxmlformats.org/officeDocument/2006/relationships/slide" Target="/ppt/slides/slide8.xml" Id="R43e37b5dc37f4c6d" /><Relationship Type="http://schemas.openxmlformats.org/officeDocument/2006/relationships/slide" Target="/ppt/slides/slide9.xml" Id="R624c70f299e24ef1" /><Relationship Type="http://schemas.openxmlformats.org/officeDocument/2006/relationships/slide" Target="/ppt/slides/slide10.xml" Id="R539a05af88ff4f24" /><Relationship Type="http://schemas.openxmlformats.org/officeDocument/2006/relationships/slide" Target="/ppt/slides/slide11.xml" Id="R438ce95ae82e4904" /><Relationship Type="http://schemas.openxmlformats.org/officeDocument/2006/relationships/slide" Target="/ppt/slides/slide12.xml" Id="R0de4cfbeb38f4b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372096c4dc4a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cf1c866336422e" /><Relationship Type="http://schemas.openxmlformats.org/officeDocument/2006/relationships/notesMaster" Target="/ppt/notesMasters/notesMaster1.xml" Id="Rc829c1ff637e48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226992c09f4024" /><Relationship Type="http://schemas.openxmlformats.org/officeDocument/2006/relationships/notesMaster" Target="/ppt/notesMasters/notesMaster1.xml" Id="Re3862e44b91e4e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529e2a673a408a" /><Relationship Type="http://schemas.openxmlformats.org/officeDocument/2006/relationships/notesMaster" Target="/ppt/notesMasters/notesMaster1.xml" Id="R7f7b8a1a777e43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bc91fd8d3b46ee" /><Relationship Type="http://schemas.openxmlformats.org/officeDocument/2006/relationships/notesMaster" Target="/ppt/notesMasters/notesMaster1.xml" Id="R559156adae7445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24bd9b3efe4f70" /><Relationship Type="http://schemas.openxmlformats.org/officeDocument/2006/relationships/notesMaster" Target="/ppt/notesMasters/notesMaster1.xml" Id="R96c4d8ff44924a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dfbd0b2e2e4a24" /><Relationship Type="http://schemas.openxmlformats.org/officeDocument/2006/relationships/notesMaster" Target="/ppt/notesMasters/notesMaster1.xml" Id="R063a850bf1414e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f61e0e20fd4443" /><Relationship Type="http://schemas.openxmlformats.org/officeDocument/2006/relationships/notesMaster" Target="/ppt/notesMasters/notesMaster1.xml" Id="Re65f9d0ff1fa4c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dd4dd5890443b" /><Relationship Type="http://schemas.openxmlformats.org/officeDocument/2006/relationships/notesMaster" Target="/ppt/notesMasters/notesMaster1.xml" Id="Rcbf613f77a1c40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92cae994924fc6" /><Relationship Type="http://schemas.openxmlformats.org/officeDocument/2006/relationships/notesMaster" Target="/ppt/notesMasters/notesMaster1.xml" Id="R67ae3756140d44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06b6ed28a54503" /><Relationship Type="http://schemas.openxmlformats.org/officeDocument/2006/relationships/notesMaster" Target="/ppt/notesMasters/notesMaster1.xml" Id="R2e427a6cc7b846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f02a143c014b4b" /><Relationship Type="http://schemas.openxmlformats.org/officeDocument/2006/relationships/notesMaster" Target="/ppt/notesMasters/notesMaster1.xml" Id="R534b4f3d178c40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c624a85a784b6e" /><Relationship Type="http://schemas.openxmlformats.org/officeDocument/2006/relationships/notesMaster" Target="/ppt/notesMasters/notesMaster1.xml" Id="R708b6dcada2f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morning. Our project monitors Docker container health automatically and sends real-time Discord alerts.</a:t>
            </a:r>
          </a:p>
          <a:p xmlns:a="http://schemas.openxmlformats.org/drawingml/2006/main">
            <a:r>
              <a:t>The goal is to detect failures quickly, preserve an event history, and demonstrate the complete DevOps flow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reports whether a container process runs, but the service inside may still be unhealthy.</a:t>
            </a:r>
          </a:p>
          <a:p xmlns:a="http://schemas.openxmlformats.org/drawingml/2006/main">
            <a:r>
              <a:t>Our objectives cover detection, storage, notification, and a repeatable classroom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monitor receives low-latency Docker events and also polls current health to recover from missed events.</a:t>
            </a:r>
          </a:p>
          <a:p xmlns:a="http://schemas.openxmlformats.org/drawingml/2006/main">
            <a:r>
              <a:t>Every accepted event is stored locally. Discord delivery can fail without losing the event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stack uses familiar DevOps tools and keeps deployment simple with Docker Compose.</a:t>
            </a:r>
          </a:p>
          <a:p xmlns:a="http://schemas.openxmlformats.org/drawingml/2006/main">
            <a:r>
              <a:t>SQLite is sufficient for the lab because the project runs on one host and stores a modest event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 stream provides speed. Polling provides reliability and initial-state discovery.</a:t>
            </a:r>
          </a:p>
          <a:p xmlns:a="http://schemas.openxmlformats.org/drawingml/2006/main">
            <a:r>
              <a:t>The cooldown suppresses duplicate messages while allowing a later recovery alert.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reads recent SQLite records every five seconds.</a:t>
            </a:r>
          </a:p>
          <a:p xmlns:a="http://schemas.openxmlformats.org/drawingml/2006/main">
            <a:r>
              <a:t>The two POST routes use a timing-safe shared-secret comparison before accepting a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Compose starts three services and a named volume.</a:t>
            </a:r>
          </a:p>
          <a:p xmlns:a="http://schemas.openxmlformats.org/drawingml/2006/main">
            <a:r>
              <a:t>The intentionally unhealthy container creates a repeatable alert for the teacher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monitor first writes the event and records whether Discord delivery succeeded.</a:t>
            </a:r>
          </a:p>
          <a:p xmlns:a="http://schemas.openxmlformats.org/drawingml/2006/main">
            <a:r>
              <a:t>Discord calls use an eight-second timeout, and mention parsing is disabled to prevent unwanted pings.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webhook URL acts like a password and must stay outside Git and screenshots.</a:t>
            </a:r>
          </a:p>
          <a:p xmlns:a="http://schemas.openxmlformats.org/drawingml/2006/main">
            <a:r>
              <a:t>For production, direct Docker socket access should be replaced with a restricted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Automated tests isolate the API and storage logic without sending a real Discord message.</a:t>
            </a:r>
          </a:p>
          <a:p xmlns:a="http://schemas.openxmlformats.org/drawingml/2006/main">
            <a:r>
              <a:t>The live stack confirmed Docker connectivity, an intentional unhealthy alert, and successful Discord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Docker Desktop before presenting.</a:t>
            </a:r>
          </a:p>
          <a:p xmlns:a="http://schemas.openxmlformats.org/drawingml/2006/main">
            <a:r>
              <a:t>Show the dashboard and Discord side by side, then explain how each event moves through storage and notification.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meets the lab goal by connecting Docker monitoring, persistence, APIs, and real-time notifications.</a:t>
            </a:r>
          </a:p>
          <a:p xmlns:a="http://schemas.openxmlformats.org/drawingml/2006/main">
            <a:r>
              <a:t>The next step would be production hardening and integration with larger observability platforms.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2bb323c6948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057c7ca4443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a3c00b5824d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fda2d557045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a22f84a484a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385e56b9a4e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3538FC-E990-434E-94DB-373E8D819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62F3D3-30EF-4155-BCD3-53A1EF2278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2A3600-2DCC-4E36-8CB9-9881F9EED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F57EF1-1A18-4E33-8C69-F411E884E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C01147-A37C-48D1-AD05-1D6B813AF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7EBCE3-2C0F-4D54-A992-F0916750B7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B5D422-7F98-4B55-B06F-57A9A6536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E51DDC-98B5-447B-A837-013CEC1920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13A2E1-8FC7-4F32-A06F-E5310FEA2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3C55A1-6B29-4A18-A3F6-9769B87196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80006ed8634cd3" /><Relationship Type="http://schemas.openxmlformats.org/officeDocument/2006/relationships/slideLayout" Target="/ppt/slideLayouts/slideLayout1.xml" Id="Rfc26d5361c3d46cf" /><Relationship Type="http://schemas.openxmlformats.org/officeDocument/2006/relationships/slideLayout" Target="/ppt/slideLayouts/slideLayout2.xml" Id="Rfe8972af928c4a66" /><Relationship Type="http://schemas.openxmlformats.org/officeDocument/2006/relationships/slideLayout" Target="/ppt/slideLayouts/slideLayout3.xml" Id="R6f1eb7bf2fa448e5" /><Relationship Type="http://schemas.openxmlformats.org/officeDocument/2006/relationships/slideLayout" Target="/ppt/slideLayouts/slideLayout4.xml" Id="R07c420235d114e2f" /><Relationship Type="http://schemas.openxmlformats.org/officeDocument/2006/relationships/slideLayout" Target="/ppt/slideLayouts/slideLayout5.xml" Id="Rc92a9f5969ca4b7b" /><Relationship Type="http://schemas.openxmlformats.org/officeDocument/2006/relationships/slideLayout" Target="/ppt/slideLayouts/slideLayout6.xml" Id="Ra48f15761e314e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26d5361c3d46cf"/>
    <p:sldLayoutId xmlns:r="http://schemas.openxmlformats.org/officeDocument/2006/relationships" id="2147483650" r:id="Rfe8972af928c4a66"/>
    <p:sldLayoutId xmlns:r="http://schemas.openxmlformats.org/officeDocument/2006/relationships" id="2147483651" r:id="R6f1eb7bf2fa448e5"/>
    <p:sldLayoutId xmlns:r="http://schemas.openxmlformats.org/officeDocument/2006/relationships" id="2147483652" r:id="R07c420235d114e2f"/>
    <p:sldLayoutId xmlns:r="http://schemas.openxmlformats.org/officeDocument/2006/relationships" id="2147483653" r:id="Rc92a9f5969ca4b7b"/>
    <p:sldLayoutId xmlns:r="http://schemas.openxmlformats.org/officeDocument/2006/relationships" id="2147483654" r:id="Ra48f15761e314e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1f5fcc0fc4aab" /><Relationship Type="http://schemas.openxmlformats.org/officeDocument/2006/relationships/image" Target="/ppt/media/image.png" Id="R5f037306ae234b2b" /><Relationship Type="http://schemas.openxmlformats.org/officeDocument/2006/relationships/image" Target="/ppt/media/image2.png" Id="Rb9f21f25ee894206" /><Relationship Type="http://schemas.openxmlformats.org/officeDocument/2006/relationships/image" Target="/ppt/media/image3.png" Id="R4f1f66f7bd0e46c3" /><Relationship Type="http://schemas.openxmlformats.org/officeDocument/2006/relationships/notesSlide" Target="/ppt/notesSlides/notesSlide1.xml" Id="Rd7ebff0dcac240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1ae5d1b6945ec" /><Relationship Type="http://schemas.openxmlformats.org/officeDocument/2006/relationships/image" Target="/ppt/media/image4.png" Id="Rd614dc3876124f54" /><Relationship Type="http://schemas.openxmlformats.org/officeDocument/2006/relationships/image" Target="/ppt/media/image5.png" Id="R2919acc5f96044f6" /><Relationship Type="http://schemas.openxmlformats.org/officeDocument/2006/relationships/image" Target="/ppt/media/image6.png" Id="R857eab5dcb264df2" /><Relationship Type="http://schemas.openxmlformats.org/officeDocument/2006/relationships/notesSlide" Target="/ppt/notesSlides/notesSlide2.xml" Id="Rd0b1871b496b40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8655bac594ea1" /><Relationship Type="http://schemas.openxmlformats.org/officeDocument/2006/relationships/image" Target="/ppt/media/image7.png" Id="R95c9f53da2ce4e57" /><Relationship Type="http://schemas.openxmlformats.org/officeDocument/2006/relationships/image" Target="/ppt/media/image8.png" Id="R782ff10433bd4479" /><Relationship Type="http://schemas.openxmlformats.org/officeDocument/2006/relationships/image" Target="/ppt/media/image9.png" Id="Rd8d9abe6412640ed" /><Relationship Type="http://schemas.openxmlformats.org/officeDocument/2006/relationships/notesSlide" Target="/ppt/notesSlides/notesSlide3.xml" Id="R32cceceb20ad43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99aa68bb14546" /><Relationship Type="http://schemas.openxmlformats.org/officeDocument/2006/relationships/image" Target="/ppt/media/image10.png" Id="R45f7f411273147f6" /><Relationship Type="http://schemas.openxmlformats.org/officeDocument/2006/relationships/image" Target="/ppt/media/image11.png" Id="Rba04be4547b7468e" /><Relationship Type="http://schemas.openxmlformats.org/officeDocument/2006/relationships/image" Target="/ppt/media/image12.png" Id="R3a085965485c4b20" /><Relationship Type="http://schemas.openxmlformats.org/officeDocument/2006/relationships/notesSlide" Target="/ppt/notesSlides/notesSlide4.xml" Id="Rdfd156e8191a4c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82c14b6584698" /><Relationship Type="http://schemas.openxmlformats.org/officeDocument/2006/relationships/image" Target="/ppt/media/image13.png" Id="Rd068c5439e914f81" /><Relationship Type="http://schemas.openxmlformats.org/officeDocument/2006/relationships/image" Target="/ppt/media/image14.png" Id="R1b068b23103f4134" /><Relationship Type="http://schemas.openxmlformats.org/officeDocument/2006/relationships/image" Target="/ppt/media/image15.png" Id="Rf0d641d3b4f34068" /><Relationship Type="http://schemas.openxmlformats.org/officeDocument/2006/relationships/notesSlide" Target="/ppt/notesSlides/notesSlide5.xml" Id="R80ea60205fcc4d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a8add2b484404" /><Relationship Type="http://schemas.openxmlformats.org/officeDocument/2006/relationships/image" Target="/ppt/media/image16.png" Id="Rbb274810017f46a7" /><Relationship Type="http://schemas.openxmlformats.org/officeDocument/2006/relationships/image" Target="/ppt/media/image17.png" Id="R552d1c8911444726" /><Relationship Type="http://schemas.openxmlformats.org/officeDocument/2006/relationships/image" Target="/ppt/media/image18.png" Id="R8eb3929bb7be4f17" /><Relationship Type="http://schemas.openxmlformats.org/officeDocument/2006/relationships/notesSlide" Target="/ppt/notesSlides/notesSlide6.xml" Id="R478834e5055043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c3f31431c4a41" /><Relationship Type="http://schemas.openxmlformats.org/officeDocument/2006/relationships/image" Target="/ppt/media/image19.png" Id="Rd31466200ff44ae3" /><Relationship Type="http://schemas.openxmlformats.org/officeDocument/2006/relationships/image" Target="/ppt/media/image20.png" Id="R1c9148d5c5b540cb" /><Relationship Type="http://schemas.openxmlformats.org/officeDocument/2006/relationships/image" Target="/ppt/media/image21.png" Id="Rae01a6fcec884837" /><Relationship Type="http://schemas.openxmlformats.org/officeDocument/2006/relationships/notesSlide" Target="/ppt/notesSlides/notesSlide7.xml" Id="Rb85af6028def47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155c0fa984985" /><Relationship Type="http://schemas.openxmlformats.org/officeDocument/2006/relationships/image" Target="/ppt/media/image22.png" Id="R133d38f416584a6a" /><Relationship Type="http://schemas.openxmlformats.org/officeDocument/2006/relationships/image" Target="/ppt/media/image23.png" Id="Rccb4b4f8e4e24a79" /><Relationship Type="http://schemas.openxmlformats.org/officeDocument/2006/relationships/image" Target="/ppt/media/image24.png" Id="Ra1462f4e3b3f4861" /><Relationship Type="http://schemas.openxmlformats.org/officeDocument/2006/relationships/notesSlide" Target="/ppt/notesSlides/notesSlide8.xml" Id="R54aa838d63f84b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4598640c94039" /><Relationship Type="http://schemas.openxmlformats.org/officeDocument/2006/relationships/image" Target="/ppt/media/image25.png" Id="R52d44f80cd704aef" /><Relationship Type="http://schemas.openxmlformats.org/officeDocument/2006/relationships/image" Target="/ppt/media/image26.png" Id="R65a5d7ef54d14deb" /><Relationship Type="http://schemas.openxmlformats.org/officeDocument/2006/relationships/image" Target="/ppt/media/image27.png" Id="R366b1fe0e6cd4648" /><Relationship Type="http://schemas.openxmlformats.org/officeDocument/2006/relationships/notesSlide" Target="/ppt/notesSlides/notesSlide9.xml" Id="R7561b6093b4e49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24a9b34314e39" /><Relationship Type="http://schemas.openxmlformats.org/officeDocument/2006/relationships/image" Target="/ppt/media/image28.png" Id="Rf1b89574de2e4f91" /><Relationship Type="http://schemas.openxmlformats.org/officeDocument/2006/relationships/image" Target="/ppt/media/image29.png" Id="R8d5bd5b5adad46ee" /><Relationship Type="http://schemas.openxmlformats.org/officeDocument/2006/relationships/image" Target="/ppt/media/image30.png" Id="R4074792d98724df8" /><Relationship Type="http://schemas.openxmlformats.org/officeDocument/2006/relationships/notesSlide" Target="/ppt/notesSlides/notesSlide10.xml" Id="Re1cf2c106e4c49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42393911145f4" /><Relationship Type="http://schemas.openxmlformats.org/officeDocument/2006/relationships/image" Target="/ppt/media/image31.png" Id="R9c429696501a4f88" /><Relationship Type="http://schemas.openxmlformats.org/officeDocument/2006/relationships/image" Target="/ppt/media/image32.png" Id="R4b6906980e4c41d1" /><Relationship Type="http://schemas.openxmlformats.org/officeDocument/2006/relationships/image" Target="/ppt/media/image33.png" Id="R114b58843f34408b" /><Relationship Type="http://schemas.openxmlformats.org/officeDocument/2006/relationships/notesSlide" Target="/ppt/notesSlides/notesSlide11.xml" Id="Rb53507020d8142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1311b4ecf4e17" /><Relationship Type="http://schemas.openxmlformats.org/officeDocument/2006/relationships/image" Target="/ppt/media/image34.png" Id="R97265c0ad72e4347" /><Relationship Type="http://schemas.openxmlformats.org/officeDocument/2006/relationships/image" Target="/ppt/media/image35.png" Id="R1cc6837c3efc414a" /><Relationship Type="http://schemas.openxmlformats.org/officeDocument/2006/relationships/image" Target="/ppt/media/image36.png" Id="Rafbf651dadd14eff" /><Relationship Type="http://schemas.openxmlformats.org/officeDocument/2006/relationships/notesSlide" Target="/ppt/notesSlides/notesSlide12.xml" Id="R8b4984c1cca048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31E0A-259C-4A0F-B59F-677AD280F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37306ae234b2b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A2F28-04FC-47EF-85CC-B49899611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21f25ee894206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725D9-DD0F-4768-8190-FB7C3587A0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f66f7bd0e46c3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1851B-74B9-481B-BE5A-6E13FD77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23E14-68D0-492D-8469-1944A366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75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75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AUTOMATED CONTAINER</a:t>
            </a:r>
          </a:p>
          <a:p xmlns:a="http://schemas.openxmlformats.org/drawingml/2006/main">
            <a:pPr algn="ctr">
              <a:defRPr sz="3075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HEALTH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78100-DB93-464B-848D-1D1497BE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Real-Time Event Notifications via Webhooks and Discord API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4C6D8-E659-4280-9F97-35820E3E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1F2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D8DC4-B136-4097-9659-3348E48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76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DevOps Mini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6FC9C-40E8-444D-9347-27F4A9B0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[Student Name]  •  [Roll Number]</a:t>
            </a:r>
          </a:p>
          <a:p xmlns:a="http://schemas.openxmlformats.org/drawingml/2006/main">
            <a:pPr algn="ctr">
              <a:defRPr sz="150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[Partner Name]  •  [Roll Number]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0F327-4858-43A7-8A7F-B1A5FE45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97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B.Tech Computer Engineering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30799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5F859-916D-4DE8-8ED5-227F639A7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4dc3876124f54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9038B-6DAF-4F5B-99DC-6C05FF186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9acc5f96044f6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0B910-FA1D-4881-8EF3-4B6DA1600D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eab5dcb264df2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E9190-FF08-4F00-96AF-6C634E8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Problem statement and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B4704-AC0F-452F-A147-33B5BF91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8231D-9BDC-45DC-B511-3645880F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480"/>
          </a:bodyPr>
          <a:lstStyle xmlns:a="http://schemas.openxmlformats.org/drawingml/2006/main">
            <a:defPPr algn="ctr">
              <a:defRPr sz="20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A container can keep running even when the application inside it has stopped responding.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F33FB-491D-48B5-BD56-7E5EAE4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Current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178C2-1948-456D-8797-B5B815F8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93C8-9902-4294-AA22-95518F04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430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Manual checks show only the state at one moment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F0B23-43E2-4B1A-8A90-16B5DD9D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565DB-2D25-4198-9660-5C17159C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81375"/>
            <a:ext cx="430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A running container may still serve failed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4CCEF-F65B-47F9-ACFC-27E48AB1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17E28-E156-4390-A59B-FC93754C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430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Failures can go unnoticed between manual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6763F-D5C3-4F8E-8BEA-79C6BA64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30F7E-73A8-4756-9431-22A347BD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29125"/>
            <a:ext cx="430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Raw notifications do not create an audit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3ACB1-53F1-4EAD-A9E9-35F6148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DF5A5-9138-468B-89F8-111F5880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FD594-3C77-425C-BEFD-C5C7EA0D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Watch opted-in Docker containers continuously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EE63C-2A2C-4057-AA39-6CAD2823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8137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892E2-5B5E-4ABB-A760-7E26AB48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8137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Combine Docker events with periodic health polling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4C9BB-0D84-44DF-A774-ADD4A41B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11B63-7430-4E3E-A21B-03F3A25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Store events and delivery results in 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C58DD-36F1-4100-9BA8-099EEF2D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2912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DD18F-83AA-4962-8470-902ED012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291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Send structured Discord alerts within seconds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9F5F2-FFC5-45FE-9528-D536CBE6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Lab scope: one local Docker Engine, three Compose services and one persistent event database</a:t>
            </a:r>
          </a:p>
        </p:txBody>
      </p:sp>
    </p:spTree>
    <p:extLst>
      <p:ext uri="{BB962C8B-B14F-4D97-AF65-F5344CB8AC3E}">
        <p14:creationId xmlns:p14="http://schemas.microsoft.com/office/powerpoint/2010/main" val="1864311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D241F-E06F-4FA9-9EB5-53FDF6F0F574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238750" y="3024188"/>
            <a:ext cx="3810000" cy="1404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C58D6-2EA1-4CBE-89DB-0B2C3AB1AD4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215188" y="257175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D55F7-1D7D-4CA7-A358-44F8331B086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238750" y="2143125"/>
            <a:ext cx="381000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48AAF-35B1-4EE3-A87D-08BF2D7ABC9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238750" y="2143125"/>
            <a:ext cx="1095375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75949-871A-4948-9B39-B48072B9C9C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3024188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2C764-2DF0-495B-AF13-B34D8FC2F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9f53da2ce4e57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8E1BA-4453-42CE-A49F-D4F3C80188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ff10433bd4479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58495-13A7-47FE-97D4-3F5B58E7E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9abe6412640ed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6E72F-42EB-4D4D-92AD-57B780BC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17EFE-A19C-4D0A-B6AF-DF6F15C8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12776-6107-4C2C-9639-1D756129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666875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Docker Engine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Events + 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6AFEA-8ABA-4270-9AA1-AC46DC71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209550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Python Monitor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Event stream + Poller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4A40B-D991-4B65-99A8-4895E5C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17621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4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Event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39C69-54AF-4F0C-98B8-C4AB3BA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18097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E2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Discord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Webhook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45165-AACB-4C42-A652-BDF64664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17621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D8C18-458D-494D-A82F-98175D15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18097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93775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External Tool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Authenticated webhook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8125A-789B-4A81-B968-8113238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3A278-8C42-4F3A-911F-5B5A9DAE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193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Persist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31F7D-FF5D-4A22-B4EA-AB2270F4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82"/>
          </a:bodyPr>
          <a:lstStyle xmlns:a="http://schemas.openxmlformats.org/drawingml/2006/main">
            <a:defPPr algn="ctr">
              <a:defRPr sz="1050" b="1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HTTPS POST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29AF3-5C70-4249-BE9A-8113C8E5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Read recent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531BE-7FAC-493F-A13B-FAE9C1BB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Only containers with health-monitor.enabled=true are monitored. Events remain stored even when Discord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747156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EE74A-A104-41E6-A62D-0910E0329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7f411273147f6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510C-1429-4A1C-A2CE-82AACF1324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4be4547b7468e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FB2BA-C465-4161-874A-B7D8FDBE5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85965485c4b20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131DE-B3AE-43AD-8750-6668A883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3C019-081C-4D8E-B074-AB578400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501DD-917F-4E53-B481-FC80BBB40DD6}"/>
              </a:ext>
            </a:extLst>
          </p:cNvPr>
          <p:cNvGraphicFramePr/>
          <p:nvPr/>
        </p:nvGraphicFramePr>
        <p:xfrm>
          <a:off xmlns:a="http://schemas.openxmlformats.org/drawingml/2006/main" x="781050" y="1714500"/>
          <a:ext xmlns:a="http://schemas.openxmlformats.org/drawingml/2006/main" cx="10572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3619500"/>
              </a:tblGrid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Use in this project</a:t>
                      </a:r>
                    </a:p>
                  </a:txBody>
                  <a:tcPr marL="91440" marR="91440" marT="45720" marB="45720" anchor="ctr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Reason selected</a:t>
                      </a:r>
                    </a:p>
                  </a:txBody>
                  <a:tcPr marL="91440" marR="91440" marT="45720" marB="45720" anchor="ctr">
                    <a:solidFill>
                      <a:srgbClr val="D7D7D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Python 3.12 + Flask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Monitoring service, dashboard and REST routes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Small codebase and simple HTTP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Docker SDK for Python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Events, inspection and health-state polling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Direct access to Docker Engine 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Persistent event and notification history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No separate database server required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Docker Compose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Builds and starts the three-service lab stack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Repeatable setup with one command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Discord Webhook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Sends JSON embeds to the alert channel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Fast integration without a bot account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42CA1-2B0C-44A0-83F9-5459F069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0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Runtime packages: Flask 3.0.3, Gunicorn 22.0.0, docker 7.1.0 and requests 2.32.3</a:t>
            </a:r>
          </a:p>
        </p:txBody>
      </p:sp>
    </p:spTree>
    <p:extLst>
      <p:ext uri="{BB962C8B-B14F-4D97-AF65-F5344CB8AC3E}">
        <p14:creationId xmlns:p14="http://schemas.microsoft.com/office/powerpoint/2010/main" val="1737960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6F07B-71E9-4B81-A140-6C3F319FDD11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20175" y="3133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1F2E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2D640-59D3-4CFE-82F7-2FF70C0F54D1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781800" y="3133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1F2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E5364-26D5-4D9A-B1BB-0D41560B689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43425" y="3133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1F2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6E352-840B-41A4-879A-F5CB7AF774C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05050" y="3133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1F2E"/>
            </a:solidFill>
            <a:prstDash val="solid"/>
            <a:tailEnd type="arrow" w="med" len="med"/>
          </a:ln>
        </p:spPr>
      </p:cxn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F7A41-7008-4ECF-A6DD-EF335BECC2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8c5439e914f81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7968D-86E7-49AD-8DE3-4CA351434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68b23103f4134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AF2DB-3D4F-48D9-AF8C-8F75665F3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641d3b4f34068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BB647-239A-4A0D-BA0F-0D2B9E74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Monitoring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1DC2A-3264-4E2D-939F-9CC12699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78FCC-B654-436B-86DD-D42CD03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9019B-77CB-41B0-9922-6B555A7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19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Connect to 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71108-4101-41A8-8DB2-561C208B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478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3B773-E4BE-4E7B-B04A-7B08788E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67000"/>
            <a:ext cx="1619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Read events and poll health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78300-BECB-4F0F-8681-F2160E72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8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E471C-676C-44E0-81F2-B481388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1619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Normalize the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A4530-EE8E-45B9-9F22-B1CA4C44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478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80E4C-F5AE-424D-A4A2-B02919C9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67000"/>
            <a:ext cx="1619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Apply cooldown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0FDEE-4014-43CA-8E76-4699DCEB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4785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A006E-4B03-4306-BF78-ED7ED72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619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DFF0E4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Store and notify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15B7C-1015-4E9F-8F74-696C35A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48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Event stream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956C1-26DD-4B5F-90B6-89DB82E7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Listens for start, stop, die, kill, restart, OOM and health-status actions. The stream gives low-latency detection.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2BEAA-182B-4521-A89F-FA8DF7E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Periodic polling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7B983-D5ED-45B0-BDF8-706D0108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Inspects the current health every 10 seconds. Polling discovers initial state and recovers after a temporary connection failure.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78D73-9EDA-4E7C-9DFF-63F1D2A2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340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Duplicate control: identical container and status alerts are suppressed for 60 seconds</a:t>
            </a:r>
          </a:p>
        </p:txBody>
      </p:sp>
    </p:spTree>
    <p:extLst>
      <p:ext uri="{BB962C8B-B14F-4D97-AF65-F5344CB8AC3E}">
        <p14:creationId xmlns:p14="http://schemas.microsoft.com/office/powerpoint/2010/main" val="1037961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02F9F-D63B-4408-A77D-C6B8BC260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74810017f46a7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B974F-8D82-41FC-A834-DA3B2BBB0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d1c8911444726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B44D5-D8B7-4BFA-979D-7B34A9F55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3929bb7be4f17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DE18D-77F8-4E6D-AE8B-1B68A601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Dashboard, API and event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84037-D7F0-4D06-ABEE-087E04C6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BEFFF-541D-4800-983A-E12E907A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REST endpoints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99808-B7FD-4B2E-A5BA-06086EB2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GET 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99CEB-532F-4950-AD71-AF317B2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Live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89804-EC61-42E5-980E-5BDF5CAA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GET /health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1E279-E6AF-4AB5-B096-F056A662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Service readiness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7B24D-06D3-43BA-A96F-86607180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GET /api/events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B454B-A782-4B32-AE91-09F27A7D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14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Recent event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F673C-6F92-4D32-8934-C5C8B1D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POST /webhook/events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FF469-13F5-418D-92CF-F8A75C0D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External event intake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659BE-10FA-48B8-AF60-290A6494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POST /api/test-alert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703A6-6A71-4438-A9F6-9CA0E8CE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9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Manual Discord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C96C3-F8FC-4EAA-895B-56D12FE0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SQLite event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B2CE7-A524-4ABA-A80E-50C7355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3905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id: unique record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16362-0A4B-4C41-AC13-17B53764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3905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occurred_at: UTC timestamp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6020E-9CBD-42A6-831B-D6663256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3905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container_name: source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21B43-3D43-493C-8B44-CBA5468B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3905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event_type: Docker or external event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E0830-8E5D-433D-9BA8-A3482928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3905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status: normalized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34F59-A63B-4D82-80BF-5413CFEB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3905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details: original JSON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4D82C-7188-4476-B486-742A4C98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3905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F0E4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notification_sent: delivery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044E4-6F78-4775-98A8-D8C4DABC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The dashboard refreshes every 5 seconds. POST routes require X-Webhook-Secret.</a:t>
            </a:r>
          </a:p>
        </p:txBody>
      </p:sp>
    </p:spTree>
    <p:extLst>
      <p:ext uri="{BB962C8B-B14F-4D97-AF65-F5344CB8AC3E}">
        <p14:creationId xmlns:p14="http://schemas.microsoft.com/office/powerpoint/2010/main" val="1750499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578FC-710E-4130-9839-442ACD0018A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62625" y="3143250"/>
            <a:ext cx="4095750" cy="809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E594C-9EAF-4D17-BB53-ECE6DBFDFF1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62625" y="3143250"/>
            <a:ext cx="1571625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05469-9972-41C1-A2DB-8AC95929F33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762625" y="2286000"/>
            <a:ext cx="15716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CCB45-CDC3-4CB6-A414-043DB11EA2A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505075" y="3143250"/>
            <a:ext cx="92392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1D5AA-C8FE-4477-B2FC-75CD44F49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466200ff44ae3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9A18B-9813-43CD-A673-6265105F6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148d5c5b540cb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23237-CECF-4A1F-933A-A87C81F18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1a6fcec884837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39CED-DB3C-43B6-B8B7-A0B045F3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Docker Compose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D8F63-CCD3-415D-9E7F-5D7B2ADD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87FE8-ED91-41A4-98D5-6F6C7BAA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66687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localhost:5001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3178D-4600-4903-BF0F-F26D769F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336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devops-health-monitor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Flask + Gunicorn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Port 5000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30430-BAD5-4D2F-9CE2-39C737F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204787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0E4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healthy-demo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HTTP check passes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2F94A-49D9-46E0-B54F-E7742C2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204787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DEDE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unhealthy-demo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Alpine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exit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D5ADA-5D37-4C32-9EA7-E7183D39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24150"/>
            <a:ext cx="161925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monitor-data</a:t>
            </a:r>
          </a:p>
          <a:p xmlns:a="http://schemas.openxmlformats.org/drawingml/2006/main">
            <a:pPr algn="ctr">
              <a:defRPr sz="14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/data/events.db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FD33E-BDF1-4D6C-B486-482FD24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5001:5000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69138-E4D4-4419-9CBE-96B16910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5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inspect +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B98A9-C86E-4E4F-A841-3B2376FB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persistent volume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49A36-C8EC-4E4B-AD51-13D2E118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91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Docker socket mount: /var/run/docker.sock:ro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FF102-9F9D-4E2D-BC24-DE0D2314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Compose adds restart policies, health checks, an opt-in label and a named volume. The Docker socket still gives privileged API access.</a:t>
            </a:r>
          </a:p>
        </p:txBody>
      </p:sp>
    </p:spTree>
    <p:extLst>
      <p:ext uri="{BB962C8B-B14F-4D97-AF65-F5344CB8AC3E}">
        <p14:creationId xmlns:p14="http://schemas.microsoft.com/office/powerpoint/2010/main" val="1832235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2181B2-72F3-4F37-B5A8-17EF344F3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d38f416584a6a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271EA-30C7-4CAD-AB78-FE8F3B00B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4b4f8e4e24a79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1F17D-1A31-45F7-820B-CAA0369345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62f4e3b3f4861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BB3B1-2C9E-425E-999B-1E7B9CF1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Discord and webhook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00E31-6FD9-4932-B14C-537DC67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9C7AE-2A5A-4208-A51D-31998F9B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333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Container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ED201-E7BC-4AB4-B52E-3D324BE1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81225"/>
            <a:ext cx="0" cy="31432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AAAA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4C50C-C1ED-4C53-B3D5-76426AF8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1333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D447B-8D65-4F9D-BB48-0ECDE949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81225"/>
            <a:ext cx="0" cy="31432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AAA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E128D-2DA4-496E-8AC1-0E8AA2A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1333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219D6-4427-45AC-A21E-83D15986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81225"/>
            <a:ext cx="0" cy="31432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AAAA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2F59A-C80D-4145-8071-A4C135C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66875"/>
            <a:ext cx="1333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FF0E4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78DF8-5189-4D67-8EF2-2D58057B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0" cy="31432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AAA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2077D-5A3E-4532-914D-5F03F406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66875"/>
            <a:ext cx="1333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FE2F3"/>
          </a:solidFill>
          <a:ln xmlns:a="http://schemas.openxmlformats.org/drawingml/2006/main" w="14288">
            <a:solidFill>
              <a:srgbClr val="B9B9B9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Discord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90D40-574F-4142-952D-EA2F6626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81225"/>
            <a:ext cx="0" cy="31432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AAAAA"/>
            </a:solidFill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3AD32-B18B-4B62-8B20-049D1FCF4455}"/>
              </a:ext>
            </a:extLst>
          </p:cNvPr>
          <p:cNvCxnSpPr/>
          <p:nvPr/>
        </p:nvCxnSpPr>
        <p:spPr>
          <a:xfrm xmlns:a="http://schemas.openxmlformats.org/drawingml/2006/main">
            <a:off x="1381125" y="2619375"/>
            <a:ext cx="2143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headEnd type="none" w="med" len="me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103C8-8067-4E6E-BD2A-4A735A76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907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health becomes unhealthy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BB03D-83A9-4DC8-9208-D2C73128B589}"/>
              </a:ext>
            </a:extLst>
          </p:cNvPr>
          <p:cNvCxnSpPr/>
          <p:nvPr/>
        </p:nvCxnSpPr>
        <p:spPr>
          <a:xfrm xmlns:a="http://schemas.openxmlformats.org/drawingml/2006/main">
            <a:off x="3524250" y="319087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headEnd type="none" w="med" len="me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4E617-9576-46C9-B21E-E5261DE5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622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health_status event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E1B69-512B-4BA7-94FB-830763796A8A}"/>
              </a:ext>
            </a:extLst>
          </p:cNvPr>
          <p:cNvCxnSpPr/>
          <p:nvPr/>
        </p:nvCxnSpPr>
        <p:spPr>
          <a:xfrm xmlns:a="http://schemas.openxmlformats.org/drawingml/2006/main">
            <a:off x="5810250" y="376237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headEnd type="none" w="med" len="me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DDA26B-59E2-41E9-A601-D139160D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337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INSERT event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D5173-D757-4041-B7C0-9D5CFF13535E}"/>
              </a:ext>
            </a:extLst>
          </p:cNvPr>
          <p:cNvCxnSpPr/>
          <p:nvPr/>
        </p:nvCxnSpPr>
        <p:spPr>
          <a:xfrm xmlns:a="http://schemas.openxmlformats.org/drawingml/2006/main">
            <a:off x="5810250" y="43338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D5AF9-F64E-45AE-9D77-73035B5E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052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POST embed JSON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101C2-1E36-4ECC-862C-0C0BBD857D5B}"/>
              </a:ext>
            </a:extLst>
          </p:cNvPr>
          <p:cNvCxnSpPr/>
          <p:nvPr/>
        </p:nvCxnSpPr>
        <p:spPr>
          <a:xfrm xmlns:a="http://schemas.openxmlformats.org/drawingml/2006/main">
            <a:off x="5810250" y="49053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headEnd type="arrow" w="med" len="med"/>
            <a:tail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E7342-D929-4B70-809D-69316B00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767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HTTP 204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AD2F6-EC4B-4D67-B7FB-6470C65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435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The monitor stores the event before sending. The Discord embed contains container, status, event type, UTC time and JSON details.</a:t>
            </a:r>
          </a:p>
        </p:txBody>
      </p:sp>
    </p:spTree>
    <p:extLst>
      <p:ext uri="{BB962C8B-B14F-4D97-AF65-F5344CB8AC3E}">
        <p14:creationId xmlns:p14="http://schemas.microsoft.com/office/powerpoint/2010/main" val="491853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A539A3-1D0F-428A-A54B-395F10C04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44f80cd704aef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92C55-3B3B-4D2D-9353-B3A5B55CE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5d7ef54d14deb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623A6-0EA1-4A82-BA93-61D4C340B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b1fe0e6cd4648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C448C-6289-4F95-949C-EAE34E52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Configuration and security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69FAD-6204-49A2-AEA3-3F72AE48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13470-3714-4B22-A23E-CB5405BE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Environment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C825F-22F8-4E44-9468-E52665DD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DISCORD_WEBHOOK_URL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FC193-403A-4371-A6A4-69E2A660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Discord credential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75814-D0B4-4AAB-896D-ED105980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WEBHOOK_SECRET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77EA3-82B2-4234-A237-0BE30C06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57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538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authenticates POST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7E2B0-6D6B-46B1-ABA8-9E032353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POLL_INTERVAL_SECONDS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B5295-0FB4-4965-90D5-4CDE62BA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71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10-second 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2788E-0F47-4C89-809A-4D444C22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ALERT_COOLDOWN_SECONDS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44D1C-575E-4B81-B9C8-02F9847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86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60-second default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4297F-9ACC-4C0A-BD72-E064BAEC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MONITOR_LABEL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ABB92-FBF7-468C-85B8-CEB2C03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005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health-monitor.enabled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0C4B0-B5CB-4790-A41D-73A3E9BA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HOST_PORT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02908-856C-4B9E-9766-5B1CD186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14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5001 on the laptop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BA187-4207-46F4-A2A2-D349294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Implemented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7F225-8FC1-4C03-A17E-19CE83F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1ADFD-9C80-4942-BA2D-B6F9B3B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955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Real .env file excluded from Git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139FA-526D-41CD-A122-2E79E223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BDFEC-60AA-45AB-A158-A29E49F6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98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Timing-safe secret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326C5-094C-4DE3-A076-6202213C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242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8C97B-91EE-445A-9713-F1C05E32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Parameterized SQLite statements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F9A29-A08B-4CC9-87C9-334AC831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FB5A8-6099-46E5-8A1E-CDD26430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385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Bounded outbound HTTP timeout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280CB-413F-4F50-912E-04D3D746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529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003B5-6F64-4B72-87ED-7830FCA6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529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Escaped dashboard event values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7960E-F62A-4ACA-B907-8E0330D4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711A53-D2E2-45DD-9BE2-3F72C3C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67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Opt-in container labels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9360E-45C4-4632-8E61-8A2AC0DE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816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Remaining production gaps: direct Docker socket access, unauthenticated read routes and no TLS inside the lab stack</a:t>
            </a:r>
          </a:p>
        </p:txBody>
      </p:sp>
    </p:spTree>
    <p:extLst>
      <p:ext uri="{BB962C8B-B14F-4D97-AF65-F5344CB8AC3E}">
        <p14:creationId xmlns:p14="http://schemas.microsoft.com/office/powerpoint/2010/main" val="969028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BF985-9E18-4EA9-84D7-334CCE085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89574de2e4f91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2E212-557B-4F33-913F-69295932F9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bd5b5adad46ee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3A921-43F7-49BB-85EB-9881A1EE2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4792d98724df8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46568-E6A9-4FE3-9E24-E4A69A57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Testing and observed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DC856-6715-45A8-A1B5-B225EB3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0E191-7D6B-4F04-89F1-CE07E336A0AF}"/>
              </a:ext>
            </a:extLst>
          </p:cNvPr>
          <p:cNvGraphicFramePr/>
          <p:nvPr/>
        </p:nvGraphicFramePr>
        <p:xfrm>
          <a:off xmlns:a="http://schemas.openxmlformats.org/drawingml/2006/main" x="857250" y="1676400"/>
          <a:ext xmlns:a="http://schemas.openxmlformats.org/drawingml/2006/main" cx="10477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762500"/>
                <a:gridCol w="2286000"/>
              </a:tblGrid>
              <a:tr h="49666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Expected</a:t>
                      </a:r>
                    </a:p>
                  </a:txBody>
                  <a:tcPr marL="91440" marR="91440" marT="45720" marB="45720" anchor="ctr"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solidFill>
                      <a:srgbClr val="D7D7D7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GET /health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HTTP 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6238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DFF0E4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Store and retrieve event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Latest record returned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6238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DFF0E4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Webhook without secret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HTTP 401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6238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DFF0E4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Webhook with valid 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HTTP 202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6238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DFF0E4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Manual Discord alert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notification_sent = true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6238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DFF0E4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Invalid event limit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</a:rPr>
                        <a:t>HTTP 400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6238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DFF0E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8EF6F-B845-4AF6-A63E-1E647E3E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Live stack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F1955-BE04-4BCE-8F7B-10350354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Monitor healthy. Nginx demo healthy. Alpine demo unhealthy by design. Dashboard and Discord recorded the transition.</a:t>
            </a:r>
          </a:p>
        </p:txBody>
      </p:sp>
    </p:spTree>
    <p:extLst>
      <p:ext uri="{BB962C8B-B14F-4D97-AF65-F5344CB8AC3E}">
        <p14:creationId xmlns:p14="http://schemas.microsoft.com/office/powerpoint/2010/main" val="8665088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4CA8D-A056-4D71-9F09-7C33218AC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29696501a4f88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2E9CE-B89E-44DB-9F46-21E3731EF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906980e4c41d1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6275A-38CF-417E-9FA8-ED707DB4F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b58843f34408b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43950-C0D9-48AD-A909-3326E77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Live demonstration procedure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BB15A-0BB5-45A9-9A75-D8170B8D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93C41-9C4B-434F-BBA5-FEE63FD8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3872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ADDFE-6A19-4D9F-BB28-83C493BE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Start and verify the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DAAF5-1705-4705-96EF-BE8A6687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73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docker compose up --build -d, then docker compose 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BFEBA-26D9-4E5A-B7D6-4EA13960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3872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E201A-0EB2-4AFB-94D2-CE95AE5A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Open the live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21297-56AB-4743-9389-18257E30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http://localhost:5001 and confirm Docker 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C47D7-8DFC-489C-A63A-2ECA24EA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3872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E66F6-CAD1-4D54-92A6-629C1D1D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57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Show automatic health failure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0A757-E7EF-463E-9F47-144589F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unhealthy-demo changes from starting to unhealthy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4F298-640A-4747-8003-F9C3AB28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3872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C74EE-6DDC-473A-B443-20161B0A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38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Trigger lifecycle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A0619-8D75-4D02-884C-C835B011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stop and start healthy-demo, then watch new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50A16-127B-40B6-A6E2-26476126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B91F2E"/>
          </a:solidFill>
          <a:ln xmlns:a="http://schemas.openxmlformats.org/drawingml/2006/main" w="14288">
            <a:solidFill>
              <a:srgbClr val="B91F2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3872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CF9E7-C948-4997-A8A0-74B4D506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9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Send an external webhook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594A6-6A2B-4BE5-979E-0848ECC7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815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POST JSON with X-Webhook-Secret and confirm HTTP 202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B995F-3E3A-4F1A-9C05-0A425CAB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10250"/>
            <a:ext cx="7524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8DEDE"/>
          </a:solidFill>
          <a:ln xmlns:a="http://schemas.openxmlformats.org/drawingml/2006/main" w="14288">
            <a:solidFill>
              <a:srgbClr val="E2A5A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70799"/>
          </a:bodyPr>
          <a:lstStyle xmlns:a="http://schemas.openxmlformats.org/drawingml/2006/main">
            <a:defPPr algn="ctr">
              <a:defRPr sz="1425" b="1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21522"/>
                </a:solidFill>
                <a:latin typeface="Arial"/>
                <a:ea typeface="Arial"/>
                <a:cs typeface="Arial"/>
              </a:rPr>
              <a:t>Keep the Discord webhook URL hidden during the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457840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2EA3FC-F155-4718-B651-FF251C9E4F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65c0ad72e4347"/>
          <a:srcRect xmlns:a="http://schemas.openxmlformats.org/drawingml/2006/main" l="0" t="13858" r="0" b="13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BE440-AA2D-45C8-984B-F1891B2319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6837c3efc414a"/>
          <a:stretch xmlns:a="http://schemas.openxmlformats.org/drawingml/2006/main"/>
        </p:blipFill>
        <p:spPr>
          <a:xfrm xmlns:a="http://schemas.openxmlformats.org/drawingml/2006/main">
            <a:off x="533400" y="156274"/>
            <a:ext cx="2381250" cy="69710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2EB42-0D5D-4554-B82B-6B36A8042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f651dadd14eff"/>
          <a:stretch xmlns:a="http://schemas.openxmlformats.org/drawingml/2006/main"/>
        </p:blipFill>
        <p:spPr>
          <a:xfrm xmlns:a="http://schemas.openxmlformats.org/drawingml/2006/main">
            <a:off x="10915650" y="144328"/>
            <a:ext cx="895350" cy="6828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E9EE4-9192-47BF-BAB1-B83213EC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Conclusion and future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502B8-4436-44FE-902E-A65B2D58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97A10-6461-4135-BD1A-BA3134BD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Project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59663-9725-412B-A58D-6C9EAD52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593E4-B581-4F06-A96C-48789D17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Docker events provide immediate lifecycle 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A12AF-25DB-4B8C-B18E-9C2D854D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54846-FD1D-459D-8209-9854FA10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Health polling discovers missed or initial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388CB-3CB2-4313-859E-D83199D1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5E17D-AC0F-466B-8484-8EB61D74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SQLite preserves an auditable event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42094-257F-435C-8840-AA5DAC9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044A1-7ECE-48C5-A6BB-9868806B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Discord reports failures and recovery in real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3ECB5-C9E2-4D00-97D4-6994C84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28BD0-BEB7-4C38-9C00-CC630B72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Dashboard and REST routes support demonstration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1201A-452F-44F2-BF0D-C1F84FFD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9679B-535C-44B8-BC76-8FCCD587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AFBA0-9048-4E79-B5E3-70AC88A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Expose Prometheus metrics for Grafana dashboards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EE1DF-2A6A-4968-BD05-0EC609E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0B965-1EF2-47B8-B4F7-62B053C4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Sign webhook payloads and block replay attacks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E0558-3E6F-4C25-A45A-B7D0C75B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10FF3-1E0B-43FD-8159-41A2B1A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242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Add acknowledgement and escalation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8413F-9268-4267-B010-8635CA8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6D441-D9CC-4D7B-B572-F45C99B6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385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Replace direct socket access with a restricted proxy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F0C48-AC72-405A-9A1E-526F5815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22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91F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1F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591B7-238B-4698-B060-6EF072A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529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Extend the event model to Kubernetes probes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EB918D-7561-4A2E-861C-68A475C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82152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21522"/>
                </a:solidFill>
                <a:latin typeface="Arial"/>
                <a:ea typeface="Arial"/>
                <a:cs typeface="Arial"/>
              </a:rPr>
              <a:t>Result: a repeatable local DevOps pipeline from container failure to stored evidence and operator notification.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1A0150-27DF-4106-87A3-7D5BAD07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53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2467A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67A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0998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2026-10-09T13:27:55.2720000Z</dcterms:created>
  <dcterms:modified xsi:type="dcterms:W3CDTF">2026-10-09T13:27:55.2720000Z</dcterms:modified>
</coreProperties>
</file>